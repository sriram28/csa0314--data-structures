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73" r:id="rId4"/>
    <p:sldId id="272" r:id="rId5"/>
    <p:sldId id="261" r:id="rId6"/>
    <p:sldId id="262" r:id="rId7"/>
    <p:sldId id="274" r:id="rId8"/>
    <p:sldId id="268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-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88E23-F6E0-465E-AB21-365FDDD8E5A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758BD-A074-435B-AA61-137BD5CA4E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9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0901-FDDB-241D-EBCE-2B63B035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5E6AB-E15E-5EEA-2BDD-AFD476051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24D1-D353-972D-294B-81DE7012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A8E77-2E92-4A86-BA3E-FAF5E231ABE9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2A3CC-6DDE-0066-54BD-626B6FDA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769A0-0A03-9005-F8B9-D86B1923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7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CA13-DFFA-F891-965E-ABCBB161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A5AA-D3B3-EBC2-DEED-608BA8AD9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E11B-EAB2-D54A-F0A2-58C30A50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D570-D9EC-424F-B49F-1CDE84D3F8A5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540E7-B1A9-DDE8-E7A5-BAC62926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2103-C9BB-8D83-CC7B-23DBC3D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6942-9E2F-1664-A4CF-8127595E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112BE-065D-4895-3665-11CF84F7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B5ED-899C-8D68-9FEC-10101586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D5CA0-B61D-48FB-8522-E9E241979FB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13A1-7317-6C28-F6EA-8C2F221B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9DC2-0D46-AFF8-A903-3F90EE5A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4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12BA-E38D-9F50-50F1-E13FE798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832AE-7889-3CBA-28EF-53308CE7F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A1784-1731-A5BC-FA97-F3E89824E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26CE1-8965-339A-4D81-6EDF101A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629A-AA50-4FCB-9861-639091A11D3A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1A912-EC48-7D57-50F8-E36303D0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611F9-8290-3CEE-4482-64D30216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0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00CB-E835-6EC1-A3B1-FC142F89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6CB8-91C4-9775-7E6A-2FA4DD6B3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B974-B12B-9F17-F42C-67AFDA9CB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639F6-5D37-B9D9-2B80-BBBFAA200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BE823-E93F-C83B-FCE6-AEE02C949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7C4B4-EB9B-169B-D089-E4BFE786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FCB5E-2967-4424-A3EF-8787AB49111D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EAAEF-DE7E-0248-B26A-94A633DD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AF5E3-9F5F-5F17-0CFB-45A353F3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0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8D21-5B82-7484-AA22-A9ED016E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D2861-D755-0290-D3D4-66AE6E6E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0897F-AFB8-4B77-A06C-A2E9AC8BAF95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837DB-E0F9-9AC0-3D4B-E4C1963C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5F380-DA2D-4382-851F-76478327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5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D2DC7-6066-0377-E1F2-110FF66C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9E64-6F92-4471-A04E-F4F2C9F7EC38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0C570-4F83-11FC-2B55-CCBB74C5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2D94-2051-B568-464F-B8539308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2EEC-4C47-0C9C-04CA-6019E844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86D88-E3B5-3744-AB59-075F128A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F71B1-DBD3-4BFA-20D6-2FD59C145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52C18-5EC5-C46E-F2B9-1E29AB98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A4E3E-8F3A-42E1-9979-0617EC33B473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4744-1FE7-5099-478E-E59FC3C8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857E5-C4B7-E618-09E5-83FBCAC3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25E7-438A-E9AA-83B8-46526068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CA2AB-68B1-65C5-FA13-1361D6DA0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2BF58-1464-F3AD-CB0B-5FE65305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F6EDE-8461-77AA-5DEC-B83BCA58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20EE5-947F-41B8-9B58-5EA003F2BB81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EACE-568D-571A-BDD5-7019AA6E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31510-CDC0-279B-87DA-9C755727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8044-4A76-73F9-11B3-7E3F535E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DFD0E-1618-C934-1597-A6D65A05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0B5FE-D3B7-2342-334E-B755AA03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4090-B0E6-4B45-A184-FBEBEEC2E54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19FD3-55A7-66D6-D3EF-8AAF4C9B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EFC9F-496C-224F-73A4-2E05C17E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1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D4E1E-B9CB-D5E8-DEB1-BA45F4108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FE3E9-1166-F8F5-D8EA-45D04876F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80086-9AEF-06CE-1425-28C7D97A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7D0B-AFAD-4F6F-A94C-1EBA89B5A7B5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D0D32-8917-09CA-F2C6-92B7B1B1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E4838-799A-BB65-E9A7-DB01E86E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3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6FDC2-0088-9214-2297-02123656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6AC6A-4F42-F180-A4AA-CBD7ADF7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37E5-3953-89AE-213C-2466443F4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6645B-EF78-47F5-B551-6C4B2560887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3A6AC-1669-508A-BD43-9FA557B8B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C4D70-B3AC-C126-4E25-4B44F6519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ACDD-EC81-47F6-0503-E7D3C30E5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596" y="633335"/>
            <a:ext cx="9144000" cy="109654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</a:t>
            </a:r>
            <a:r>
              <a:rPr lang="en-US" sz="3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Medical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Technical Sciences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89F28-3812-7A8E-BCCD-11B874AE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1597" y="2004050"/>
            <a:ext cx="9704244" cy="1424950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CSA0314 - DATA STRUCTURES</a:t>
            </a:r>
          </a:p>
          <a:p>
            <a:br>
              <a:rPr lang="en-IN" sz="3600" dirty="0"/>
            </a:br>
            <a:br>
              <a:rPr lang="en-IN" sz="3600" dirty="0"/>
            </a:br>
            <a:endParaRPr lang="en-IN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6EFA4D53-C4ED-09BB-8C9A-DB7072EC2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846" y="655820"/>
            <a:ext cx="844906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E950B5C3-D9CA-D5EA-48E1-536F4E8B3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921020-7D5A-91BA-8C69-AA4A4D098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0311814-D603-17AE-559A-901EB88A9DB0}"/>
              </a:ext>
            </a:extLst>
          </p:cNvPr>
          <p:cNvSpPr txBox="1">
            <a:spLocks/>
          </p:cNvSpPr>
          <p:nvPr/>
        </p:nvSpPr>
        <p:spPr>
          <a:xfrm>
            <a:off x="8087360" y="4396230"/>
            <a:ext cx="3545840" cy="980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IN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Sriram(192511011)</a:t>
            </a: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/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</a:p>
          <a:p>
            <a:pPr algn="l"/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DR .S. Magesh kumar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EBA31-0A17-1F9A-DD92-1FCB6DC78406}"/>
              </a:ext>
            </a:extLst>
          </p:cNvPr>
          <p:cNvSpPr txBox="1"/>
          <p:nvPr/>
        </p:nvSpPr>
        <p:spPr>
          <a:xfrm>
            <a:off x="11722752" y="63384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3938B-5453-BADF-96EC-D7AD147843A6}"/>
              </a:ext>
            </a:extLst>
          </p:cNvPr>
          <p:cNvSpPr txBox="1"/>
          <p:nvPr/>
        </p:nvSpPr>
        <p:spPr>
          <a:xfrm>
            <a:off x="1542876" y="4420233"/>
            <a:ext cx="2643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Mony</a:t>
            </a:r>
          </a:p>
        </p:txBody>
      </p:sp>
    </p:spTree>
    <p:extLst>
      <p:ext uri="{BB962C8B-B14F-4D97-AF65-F5344CB8AC3E}">
        <p14:creationId xmlns:p14="http://schemas.microsoft.com/office/powerpoint/2010/main" val="209176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36AB-6604-3B8A-EEE8-51FF79E5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5504-E60E-C1E8-A871-A3E75BC15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45440"/>
            <a:ext cx="12192000" cy="66003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Requirement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E5590C45-E6FB-FE93-1019-7AC325AD3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4341902F-694B-215E-1E11-D748E376F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" y="10536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07B581-1572-81BF-07EF-07F74C393AD2}"/>
              </a:ext>
            </a:extLst>
          </p:cNvPr>
          <p:cNvSpPr txBox="1"/>
          <p:nvPr/>
        </p:nvSpPr>
        <p:spPr>
          <a:xfrm>
            <a:off x="11803759" y="6216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6DAB57-7E3B-E233-9B5B-378EDB557672}"/>
              </a:ext>
            </a:extLst>
          </p:cNvPr>
          <p:cNvSpPr txBox="1"/>
          <p:nvPr/>
        </p:nvSpPr>
        <p:spPr>
          <a:xfrm>
            <a:off x="2235200" y="1311007"/>
            <a:ext cx="875792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b="1" dirty="0"/>
              <a:t>: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navigation system connects different cities and locations.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city may have connections with many other cities.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have different distances or travel times.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needs to find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locations.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road connections.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distance/time.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shortest route.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9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3A33-2312-931B-2501-7049D1A9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365126"/>
            <a:ext cx="8260080" cy="528954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Data Structure: Graph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1F57-3759-D01E-A7DF-EC4709A2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560" y="1259840"/>
            <a:ext cx="10429240" cy="491712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non-linear data structure containing: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 (Nodes)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Cities/locations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Roads/connections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Distance or travel time</a:t>
            </a:r>
          </a:p>
          <a:p>
            <a:pPr marL="0" indent="0">
              <a:buNone/>
            </a:pPr>
            <a:r>
              <a:rPr lang="en-IN" sz="2400" b="1" dirty="0"/>
              <a:t>Weighted Graph</a:t>
            </a:r>
            <a:r>
              <a:rPr lang="en-IN" sz="2400" dirty="0"/>
              <a:t> is suitable because every road can have a different distance.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6698B-EC09-3575-BC7F-4D0F0597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2DB5C29-A484-9199-25AE-77D48F4F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" y="10536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7AF346A-132F-0B0F-6BBB-470823438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013AB6-4107-7433-4AC9-A782F0829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014" y="3431082"/>
            <a:ext cx="6624083" cy="311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0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34702-519B-ED1A-B943-5AD49A3D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87D4A84D-D040-FE16-EEAD-0D3F9DAA9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1" y="83011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DDC94510-B85A-0A18-BC1D-3E28EFD4A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CACA3C-10F0-4DD4-5731-9A71437EAC92}"/>
              </a:ext>
            </a:extLst>
          </p:cNvPr>
          <p:cNvSpPr txBox="1"/>
          <p:nvPr/>
        </p:nvSpPr>
        <p:spPr>
          <a:xfrm>
            <a:off x="2316480" y="274321"/>
            <a:ext cx="780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Using Dijkstra's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32B61-F12D-C328-84E7-43C6A33AB0AE}"/>
              </a:ext>
            </a:extLst>
          </p:cNvPr>
          <p:cNvSpPr txBox="1"/>
          <p:nvPr/>
        </p:nvSpPr>
        <p:spPr>
          <a:xfrm>
            <a:off x="982819" y="1188720"/>
            <a:ext cx="1000014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find the shortest route when road weights are non-negative.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starting city.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its distance as 0.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other distances as infinity.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city with the smallest distance.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distances of connected cities.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the destination is reached.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B = 4 km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D = 2 km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B → D = 6 km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45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0C9E-7558-9A39-375F-01314622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5E0E-4D6F-C9EA-61EA-90D7CA28B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17"/>
            <a:ext cx="10515600" cy="96405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Graph is Appropriate?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FE04B87-B8A7-51D9-7511-AD0FEB893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" y="10536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658994F-7394-FAD7-12D7-F865B5124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D2FD6-96CA-F400-7A1C-AEF3CE76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9420"/>
            <a:ext cx="2743200" cy="365125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2E957-1549-D319-1634-6244BAB0A546}"/>
              </a:ext>
            </a:extLst>
          </p:cNvPr>
          <p:cNvSpPr txBox="1"/>
          <p:nvPr/>
        </p:nvSpPr>
        <p:spPr>
          <a:xfrm>
            <a:off x="1239520" y="1230728"/>
            <a:ext cx="917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4BF8CA-51DC-70E1-56DC-33E786F0C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410535"/>
              </p:ext>
            </p:extLst>
          </p:nvPr>
        </p:nvGraphicFramePr>
        <p:xfrm>
          <a:off x="868101" y="1576546"/>
          <a:ext cx="10485699" cy="39677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27899">
                  <a:extLst>
                    <a:ext uri="{9D8B030D-6E8A-4147-A177-3AD203B41FA5}">
                      <a16:colId xmlns:a16="http://schemas.microsoft.com/office/drawing/2014/main" val="99299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29623679"/>
                    </a:ext>
                  </a:extLst>
                </a:gridCol>
              </a:tblGrid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Data Structure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Suitability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527332"/>
                  </a:ext>
                </a:extLst>
              </a:tr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050707"/>
                  </a:ext>
                </a:extLst>
              </a:tr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465620"/>
                  </a:ext>
                </a:extLst>
              </a:tr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216223"/>
                  </a:ext>
                </a:extLst>
              </a:tr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413521"/>
                  </a:ext>
                </a:extLst>
              </a:tr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960787"/>
                  </a:ext>
                </a:extLst>
              </a:tr>
              <a:tr h="566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suitable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166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9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D5E2D-F64D-700B-13DD-C197D1A7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8C11-BE7E-AB4A-980C-5624C7F1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48" y="578734"/>
            <a:ext cx="10416251" cy="81022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Graph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894D464-0FB6-3805-C5DD-10D31A434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" y="10536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8622F1E-DCD5-80B5-D72E-77D139720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9D93DC-E571-4998-70CA-0CF2E936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942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3C923F-F8AC-97D0-CC58-D40EFC60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16" y="1632030"/>
            <a:ext cx="9848912" cy="4201611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city-to-city connections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connections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locations.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or travel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edge weights.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find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route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represent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and two-way roads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navigation and road networks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update when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roads or cities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added. </a:t>
            </a:r>
          </a:p>
          <a:p>
            <a:pPr marL="0" indent="0">
              <a:lnSpc>
                <a:spcPct val="16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93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C464-659D-69E4-EE66-81C12509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754" y="365126"/>
            <a:ext cx="8970380" cy="81549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4052A-C400-4792-3B19-7308C2F32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939" y="1562581"/>
            <a:ext cx="9803757" cy="4305784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graph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for a navigation system.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are represented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are represented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or travel time is represented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find the shortest route.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are widely useful for GPS, maps, transport and route-planning systems</a:t>
            </a:r>
            <a:r>
              <a:rPr lang="en-IN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CB9BA-87FC-75E6-6791-C268A181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494239E-A03B-70CC-E3F1-AC61B2C33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" y="10536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E2E26E5-C195-6CE6-98C3-D70C85D44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84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6FC0-031B-4C30-1C1F-4965C41EF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BCADEE-981B-5C6E-190C-96D96C22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13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8BB84-D71D-3DDD-F035-53DE31757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719" y="1105406"/>
            <a:ext cx="7161081" cy="46471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13EFE38B-0D2A-19E2-F976-F1952086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" y="10536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175D32C-4CF1-B957-7CF6-1C80AED0E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6079" y="126335"/>
            <a:ext cx="835843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89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387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SIMATS ENGINEERING Saveetha Institute of Medical and Technical Sciences Chennai-602105.</vt:lpstr>
      <vt:lpstr>Problem &amp; Requirement</vt:lpstr>
      <vt:lpstr>Suitable Data Structure: Graph</vt:lpstr>
      <vt:lpstr>PowerPoint Presentation</vt:lpstr>
      <vt:lpstr>Why Graph is Appropriate?</vt:lpstr>
      <vt:lpstr>Advantages of Graph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 Chennai-602105.</dc:title>
  <dc:creator>shashank P</dc:creator>
  <cp:lastModifiedBy>Chakka sriram</cp:lastModifiedBy>
  <cp:revision>14</cp:revision>
  <dcterms:modified xsi:type="dcterms:W3CDTF">2026-10-01T15:45:56Z</dcterms:modified>
</cp:coreProperties>
</file>